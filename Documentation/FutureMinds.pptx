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A0AFA4-08CD-3940-8EC5-84DFD68EC80A}" v="13" dt="2026-03-22T20:22:10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63"/>
    <p:restoredTop sz="94674"/>
  </p:normalViewPr>
  <p:slideViewPr>
    <p:cSldViewPr snapToGrid="0">
      <p:cViewPr>
        <p:scale>
          <a:sx n="69" d="100"/>
          <a:sy n="69" d="100"/>
        </p:scale>
        <p:origin x="744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Кристияна Стоянова Иванова" userId="fd40cb2b-eb00-4db7-ba35-611949eb7ef7" providerId="ADAL" clId="{83A0AFA4-08CD-3940-8EC5-84DFD68EC80A}"/>
    <pc:docChg chg="modSld">
      <pc:chgData name="Кристияна Стоянова Иванова" userId="fd40cb2b-eb00-4db7-ba35-611949eb7ef7" providerId="ADAL" clId="{83A0AFA4-08CD-3940-8EC5-84DFD68EC80A}" dt="2026-03-22T20:22:10.175" v="22" actId="1076"/>
      <pc:docMkLst>
        <pc:docMk/>
      </pc:docMkLst>
      <pc:sldChg chg="addSp modSp mod">
        <pc:chgData name="Кристияна Стоянова Иванова" userId="fd40cb2b-eb00-4db7-ba35-611949eb7ef7" providerId="ADAL" clId="{83A0AFA4-08CD-3940-8EC5-84DFD68EC80A}" dt="2026-03-22T20:21:23.645" v="18" actId="20577"/>
        <pc:sldMkLst>
          <pc:docMk/>
          <pc:sldMk cId="8923965" sldId="258"/>
        </pc:sldMkLst>
        <pc:spChg chg="add mod">
          <ac:chgData name="Кристияна Стоянова Иванова" userId="fd40cb2b-eb00-4db7-ba35-611949eb7ef7" providerId="ADAL" clId="{83A0AFA4-08CD-3940-8EC5-84DFD68EC80A}" dt="2026-03-22T20:21:23.645" v="18" actId="20577"/>
          <ac:spMkLst>
            <pc:docMk/>
            <pc:sldMk cId="8923965" sldId="258"/>
            <ac:spMk id="13" creationId="{81761F40-0853-335C-DE36-52D7DD426AE2}"/>
          </ac:spMkLst>
        </pc:spChg>
        <pc:picChg chg="mod">
          <ac:chgData name="Кристияна Стоянова Иванова" userId="fd40cb2b-eb00-4db7-ba35-611949eb7ef7" providerId="ADAL" clId="{83A0AFA4-08CD-3940-8EC5-84DFD68EC80A}" dt="2026-03-22T20:20:50.209" v="7" actId="1076"/>
          <ac:picMkLst>
            <pc:docMk/>
            <pc:sldMk cId="8923965" sldId="258"/>
            <ac:picMk id="10" creationId="{0B99663C-0375-8B89-CB62-DF2E605AB95F}"/>
          </ac:picMkLst>
        </pc:picChg>
        <pc:picChg chg="add mod">
          <ac:chgData name="Кристияна Стоянова Иванова" userId="fd40cb2b-eb00-4db7-ba35-611949eb7ef7" providerId="ADAL" clId="{83A0AFA4-08CD-3940-8EC5-84DFD68EC80A}" dt="2026-03-22T20:20:41.493" v="4" actId="1076"/>
          <ac:picMkLst>
            <pc:docMk/>
            <pc:sldMk cId="8923965" sldId="258"/>
            <ac:picMk id="3086" creationId="{71477165-2CAC-AE90-85E7-8CE7EDDD96C7}"/>
          </ac:picMkLst>
        </pc:picChg>
      </pc:sldChg>
      <pc:sldChg chg="modSp">
        <pc:chgData name="Кристияна Стоянова Иванова" userId="fd40cb2b-eb00-4db7-ba35-611949eb7ef7" providerId="ADAL" clId="{83A0AFA4-08CD-3940-8EC5-84DFD68EC80A}" dt="2026-03-22T20:21:51.758" v="19" actId="1076"/>
        <pc:sldMkLst>
          <pc:docMk/>
          <pc:sldMk cId="682858331" sldId="259"/>
        </pc:sldMkLst>
        <pc:picChg chg="mod">
          <ac:chgData name="Кристияна Стоянова Иванова" userId="fd40cb2b-eb00-4db7-ba35-611949eb7ef7" providerId="ADAL" clId="{83A0AFA4-08CD-3940-8EC5-84DFD68EC80A}" dt="2026-03-22T20:21:51.758" v="19" actId="1076"/>
          <ac:picMkLst>
            <pc:docMk/>
            <pc:sldMk cId="682858331" sldId="259"/>
            <ac:picMk id="6" creationId="{F48A1602-E2B9-6C56-3568-8CB8AAD71AB0}"/>
          </ac:picMkLst>
        </pc:picChg>
      </pc:sldChg>
      <pc:sldChg chg="modSp">
        <pc:chgData name="Кристияна Стоянова Иванова" userId="fd40cb2b-eb00-4db7-ba35-611949eb7ef7" providerId="ADAL" clId="{83A0AFA4-08CD-3940-8EC5-84DFD68EC80A}" dt="2026-03-22T20:22:10.175" v="22" actId="1076"/>
        <pc:sldMkLst>
          <pc:docMk/>
          <pc:sldMk cId="3267099862" sldId="262"/>
        </pc:sldMkLst>
        <pc:picChg chg="mod">
          <ac:chgData name="Кристияна Стоянова Иванова" userId="fd40cb2b-eb00-4db7-ba35-611949eb7ef7" providerId="ADAL" clId="{83A0AFA4-08CD-3940-8EC5-84DFD68EC80A}" dt="2026-03-22T20:22:10.175" v="22" actId="1076"/>
          <ac:picMkLst>
            <pc:docMk/>
            <pc:sldMk cId="3267099862" sldId="262"/>
            <ac:picMk id="14" creationId="{8F461155-B825-342C-3480-5B1AE082C75D}"/>
          </ac:picMkLst>
        </pc:picChg>
      </pc:sldChg>
      <pc:sldChg chg="modSp">
        <pc:chgData name="Кристияна Стоянова Иванова" userId="fd40cb2b-eb00-4db7-ba35-611949eb7ef7" providerId="ADAL" clId="{83A0AFA4-08CD-3940-8EC5-84DFD68EC80A}" dt="2026-03-22T20:22:07.277" v="21" actId="1076"/>
        <pc:sldMkLst>
          <pc:docMk/>
          <pc:sldMk cId="4205417520" sldId="263"/>
        </pc:sldMkLst>
        <pc:picChg chg="mod">
          <ac:chgData name="Кристияна Стоянова Иванова" userId="fd40cb2b-eb00-4db7-ba35-611949eb7ef7" providerId="ADAL" clId="{83A0AFA4-08CD-3940-8EC5-84DFD68EC80A}" dt="2026-03-22T20:22:07.277" v="21" actId="1076"/>
          <ac:picMkLst>
            <pc:docMk/>
            <pc:sldMk cId="4205417520" sldId="263"/>
            <ac:picMk id="14" creationId="{29DB6FC7-9B97-2706-534E-C6EB18E80ABE}"/>
          </ac:picMkLst>
        </pc:picChg>
      </pc:sldChg>
      <pc:sldChg chg="modSp">
        <pc:chgData name="Кристияна Стоянова Иванова" userId="fd40cb2b-eb00-4db7-ba35-611949eb7ef7" providerId="ADAL" clId="{83A0AFA4-08CD-3940-8EC5-84DFD68EC80A}" dt="2026-03-22T20:22:04.540" v="20" actId="1076"/>
        <pc:sldMkLst>
          <pc:docMk/>
          <pc:sldMk cId="1330089666" sldId="264"/>
        </pc:sldMkLst>
        <pc:picChg chg="mod">
          <ac:chgData name="Кристияна Стоянова Иванова" userId="fd40cb2b-eb00-4db7-ba35-611949eb7ef7" providerId="ADAL" clId="{83A0AFA4-08CD-3940-8EC5-84DFD68EC80A}" dt="2026-03-22T20:22:04.540" v="20" actId="1076"/>
          <ac:picMkLst>
            <pc:docMk/>
            <pc:sldMk cId="1330089666" sldId="264"/>
            <ac:picMk id="9" creationId="{DDB39C29-F43B-9620-ABD7-FB9645D4879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996E7-240F-4746-4D1B-0755DA87F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BA566-02BD-6659-82D2-A7FBC436E1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0C4DB-E038-B3AE-4706-899F0F7B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E311-74E5-B244-AC58-A92BB68545EB}" type="datetimeFigureOut">
              <a:rPr lang="bg-BG" smtClean="0"/>
              <a:t>20.03.26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3D6B-EFEE-02FD-8C41-A96F48A20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E0BBC-48E2-0AE5-0B0D-E517AE9C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86E-52B6-D040-A766-6DADAB12669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93804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FA115-7FBC-E7DF-4626-4D68E549C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5DDF7-F09B-8C3C-70EE-DC85B704D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06648-0479-509E-39C1-5B8C9A18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E311-74E5-B244-AC58-A92BB68545EB}" type="datetimeFigureOut">
              <a:rPr lang="bg-BG" smtClean="0"/>
              <a:t>20.03.26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963A3-E752-55AD-E4A2-7FBE3D9F2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FF76B-D9B0-20D5-E29A-77D378F6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86E-52B6-D040-A766-6DADAB12669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64325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1C4F1-65C3-8954-4ADA-FC3924C44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D0AA3-A7D4-E04A-6D46-14C31A9D2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89D8B-8945-F759-0264-BC59069A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E311-74E5-B244-AC58-A92BB68545EB}" type="datetimeFigureOut">
              <a:rPr lang="bg-BG" smtClean="0"/>
              <a:t>20.03.26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522E2-542D-C362-6490-BBA868250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4FB66-5C03-1EB6-AEF8-844072108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86E-52B6-D040-A766-6DADAB12669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6978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715B3-641C-4149-28D4-17278B9F3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BB165-98D8-D994-6E49-D3441FC6BF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4C6C1-6B2B-F302-9D3C-9BAD8C134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96CF8-E18A-647D-144C-721367303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E311-74E5-B244-AC58-A92BB68545EB}" type="datetimeFigureOut">
              <a:rPr lang="bg-BG" smtClean="0"/>
              <a:t>20.03.26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BBD50-D042-7DC3-5CF6-F0D009842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CB247-9279-80E7-70FC-381C6BA97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86E-52B6-D040-A766-6DADAB12669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4040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6BF4-763D-6193-93CA-7DAA5F6F7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5A1FB-511B-D126-0F57-1EDA3305E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A9A73-92A2-B163-D745-2C5CFFA62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bg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23621-309E-1969-F87C-AF06B82D13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DEAB3-352D-A09F-9123-7D9848FC8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DE2B54-6AEA-DDF5-43DB-7AF45A42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E311-74E5-B244-AC58-A92BB68545EB}" type="datetimeFigureOut">
              <a:rPr lang="bg-BG" smtClean="0"/>
              <a:t>20.03.26 г.</a:t>
            </a:fld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8E983C-9A25-0A04-3025-C5618B8FE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E5F7E7-DC2C-385B-7C82-A04218239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86E-52B6-D040-A766-6DADAB12669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05558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D9439-A334-0ACD-CD99-47950CE35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1190D-5430-3DBD-FB04-41B3B22B7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E311-74E5-B244-AC58-A92BB68545EB}" type="datetimeFigureOut">
              <a:rPr lang="bg-BG" smtClean="0"/>
              <a:t>20.03.26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86C42-D3C9-CA9B-B745-4A3184219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589E5-E940-2319-B9F1-0D99823D0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86E-52B6-D040-A766-6DADAB12669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6068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32FB93-5F71-8484-8E89-734448D92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E311-74E5-B244-AC58-A92BB68545EB}" type="datetimeFigureOut">
              <a:rPr lang="bg-BG" smtClean="0"/>
              <a:t>20.03.26 г.</a:t>
            </a:fld>
            <a:endParaRPr lang="bg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F91491-14BE-166D-AE44-4A143DA2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5C225-93E7-103C-8CA5-F0CFAE108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86E-52B6-D040-A766-6DADAB12669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95470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75CEB-8699-43A3-D014-B85B49A77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11B04-A4FF-4668-E414-0EC105477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F6355-E990-6C37-5FCD-0D4727081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5C119-353B-AA3E-C56C-DF5E4B4BF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E311-74E5-B244-AC58-A92BB68545EB}" type="datetimeFigureOut">
              <a:rPr lang="bg-BG" smtClean="0"/>
              <a:t>20.03.26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444CB-983C-2BCC-21E2-121CD979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1BDCB-72C5-ADEA-8CB0-9969767A5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86E-52B6-D040-A766-6DADAB12669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1684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2FD72-1E9C-CCBA-260D-8B9AB1BA2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66E0E0-BF8A-186B-A0FA-00FB8633C7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B86C83-5935-71C5-298A-7947C5296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7243C-429B-C52C-7E33-110CBBC1D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E311-74E5-B244-AC58-A92BB68545EB}" type="datetimeFigureOut">
              <a:rPr lang="bg-BG" smtClean="0"/>
              <a:t>20.03.26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CB3CF-21CC-AE4A-9C74-B55863D5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A9C97-2915-9DA0-D697-15BE54815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86E-52B6-D040-A766-6DADAB12669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50721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A4D07-A2D0-A2A7-5117-3D42D48C5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7481E-E5C9-9080-C59D-66AE53E2B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ED394-290C-392A-CF97-2A86726D3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E311-74E5-B244-AC58-A92BB68545EB}" type="datetimeFigureOut">
              <a:rPr lang="bg-BG" smtClean="0"/>
              <a:t>20.03.26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7AE36-112C-3321-361A-83D09F458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9F5C2-BBCB-C6D5-9B57-1391BCBA2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86E-52B6-D040-A766-6DADAB12669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99161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116D34-AC62-9659-9A58-DA71BD7DDD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81B06-F88D-4886-5628-A5F5BFA19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02125-A5CE-CF75-21EA-A04B24EDE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E311-74E5-B244-AC58-A92BB68545EB}" type="datetimeFigureOut">
              <a:rPr lang="bg-BG" smtClean="0"/>
              <a:t>20.03.26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107EE-5E00-9A9A-E9DC-909A7E620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84231-8DAE-121F-A9C0-3EE29811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86E-52B6-D040-A766-6DADAB12669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23777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1FD39D-56F3-D0A7-C9F6-9DFE251E4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2EC48-27DF-70B4-81DD-24F1E8CCB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396EA-D8F4-AEEE-8305-28BA99EEE8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E7E311-74E5-B244-AC58-A92BB68545EB}" type="datetimeFigureOut">
              <a:rPr lang="bg-BG" smtClean="0"/>
              <a:t>20.03.26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194BF-5C67-C7A0-5AC5-0A5FA739A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9036F-1E58-47C9-1F0C-626CFEAB6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A886E-52B6-D040-A766-6DADAB12669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08423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hdphoto" Target="../media/hdphoto6.wdp"/><Relationship Id="rId1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microsoft.com/office/2007/relationships/hdphoto" Target="../media/hdphoto3.wdp"/><Relationship Id="rId12" Type="http://schemas.openxmlformats.org/officeDocument/2006/relationships/image" Target="../media/image12.png"/><Relationship Id="rId17" Type="http://schemas.microsoft.com/office/2007/relationships/hdphoto" Target="../media/hdphoto8.wdp"/><Relationship Id="rId2" Type="http://schemas.openxmlformats.org/officeDocument/2006/relationships/image" Target="../media/image1.jpe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microsoft.com/office/2007/relationships/hdphoto" Target="../media/hdphoto7.wdp"/><Relationship Id="rId10" Type="http://schemas.openxmlformats.org/officeDocument/2006/relationships/image" Target="../media/image11.png"/><Relationship Id="rId19" Type="http://schemas.microsoft.com/office/2007/relationships/hdphoto" Target="../media/hdphoto9.wdp"/><Relationship Id="rId4" Type="http://schemas.openxmlformats.org/officeDocument/2006/relationships/image" Target="../media/image8.png"/><Relationship Id="rId9" Type="http://schemas.microsoft.com/office/2007/relationships/hdphoto" Target="../media/hdphoto4.wdp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Free Background Images! · Pexels ...">
            <a:extLst>
              <a:ext uri="{FF2B5EF4-FFF2-40B4-BE49-F238E27FC236}">
                <a16:creationId xmlns:a16="http://schemas.microsoft.com/office/drawing/2014/main" id="{B249AEC3-96C2-2BAC-028C-C85C24E89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33792"/>
            <a:ext cx="12192000" cy="808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3E4D6B-D151-459B-7092-304E0F461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0084" y="520503"/>
            <a:ext cx="6108408" cy="4192174"/>
          </a:xfrm>
        </p:spPr>
        <p:txBody>
          <a:bodyPr>
            <a:normAutofit/>
          </a:bodyPr>
          <a:lstStyle/>
          <a:p>
            <a:r>
              <a:rPr lang="en-GB" sz="12000" noProof="1">
                <a:solidFill>
                  <a:schemeClr val="tx2">
                    <a:lumMod val="90000"/>
                    <a:lumOff val="10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FutureMinds</a:t>
            </a:r>
            <a:endParaRPr lang="en-GB" sz="12000" noProof="1">
              <a:solidFill>
                <a:schemeClr val="tx2">
                  <a:lumMod val="90000"/>
                  <a:lumOff val="10000"/>
                </a:schemeClr>
              </a:solidFill>
              <a:cs typeface="Angsana New" panose="02020603050405020304" pitchFamily="18" charset="-34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E18183A-7617-0066-5CB7-04370D7AE5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1711" b="40840"/>
          <a:stretch/>
        </p:blipFill>
        <p:spPr bwMode="auto">
          <a:xfrm>
            <a:off x="-921728" y="-349977"/>
            <a:ext cx="4773541" cy="273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7797DC-311A-F9EC-373D-6626D21A9E85}"/>
              </a:ext>
            </a:extLst>
          </p:cNvPr>
          <p:cNvCxnSpPr>
            <a:cxnSpLocks/>
          </p:cNvCxnSpPr>
          <p:nvPr/>
        </p:nvCxnSpPr>
        <p:spPr>
          <a:xfrm flipH="1">
            <a:off x="7403123" y="1019908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8DF1BF2-04A4-1D43-6741-E166ADA79C7D}"/>
              </a:ext>
            </a:extLst>
          </p:cNvPr>
          <p:cNvCxnSpPr>
            <a:cxnSpLocks/>
          </p:cNvCxnSpPr>
          <p:nvPr/>
        </p:nvCxnSpPr>
        <p:spPr>
          <a:xfrm flipH="1">
            <a:off x="0" y="5955324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A07A2D-988E-4DF1-B1C1-7F6F750AB1DD}"/>
              </a:ext>
            </a:extLst>
          </p:cNvPr>
          <p:cNvCxnSpPr>
            <a:cxnSpLocks/>
          </p:cNvCxnSpPr>
          <p:nvPr/>
        </p:nvCxnSpPr>
        <p:spPr>
          <a:xfrm flipH="1">
            <a:off x="7403123" y="1184028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C3F045-57FA-7C8F-C492-71B84CA3F737}"/>
              </a:ext>
            </a:extLst>
          </p:cNvPr>
          <p:cNvCxnSpPr>
            <a:cxnSpLocks/>
          </p:cNvCxnSpPr>
          <p:nvPr/>
        </p:nvCxnSpPr>
        <p:spPr>
          <a:xfrm flipH="1">
            <a:off x="0" y="6131170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966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4922 -0.38267" pathEditMode="relative" ptsTypes="AA">
                                      <p:cBhvr>
                                        <p:cTn id="6" dur="30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10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24922 -0.38267 L 0.24922 0.38267" pathEditMode="relative" ptsTypes="AA">
                                      <p:cBhvr>
                                        <p:cTn id="11" dur="30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4922 0.38267 L 0 0" pathEditMode="relative" ptsTypes="AA">
                                      <p:cBhvr>
                                        <p:cTn id="14" dur="30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16" dur="30000" fill="hold"/>
                                        <p:tgtEl>
                                          <p:spTgt spid="1028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19" dur="5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ree Background Images! · Pexels ...">
            <a:extLst>
              <a:ext uri="{FF2B5EF4-FFF2-40B4-BE49-F238E27FC236}">
                <a16:creationId xmlns:a16="http://schemas.microsoft.com/office/drawing/2014/main" id="{75C1337D-1141-C9F6-81F7-421877EC4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612913"/>
            <a:ext cx="12192000" cy="808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726513-561D-C5DA-1742-D657E77D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446090"/>
          </a:xfrm>
        </p:spPr>
        <p:txBody>
          <a:bodyPr>
            <a:normAutofit/>
          </a:bodyPr>
          <a:lstStyle/>
          <a:p>
            <a:r>
              <a:rPr lang="en-GB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rPr>
              <a:t>Table of contents:</a:t>
            </a:r>
            <a:endParaRPr lang="bg-BG" sz="6600" dirty="0">
              <a:solidFill>
                <a:schemeClr val="tx2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683B42B-F076-0BD9-E894-6A32B3154C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1711" b="40840"/>
          <a:stretch/>
        </p:blipFill>
        <p:spPr bwMode="auto">
          <a:xfrm>
            <a:off x="8010152" y="-688847"/>
            <a:ext cx="4773541" cy="273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44397C-8EEE-8C28-7859-F01258F524AB}"/>
              </a:ext>
            </a:extLst>
          </p:cNvPr>
          <p:cNvCxnSpPr>
            <a:cxnSpLocks/>
          </p:cNvCxnSpPr>
          <p:nvPr/>
        </p:nvCxnSpPr>
        <p:spPr>
          <a:xfrm flipH="1">
            <a:off x="0" y="6131170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E3FF92-1669-7BC6-844C-49191D09633A}"/>
              </a:ext>
            </a:extLst>
          </p:cNvPr>
          <p:cNvCxnSpPr>
            <a:cxnSpLocks/>
          </p:cNvCxnSpPr>
          <p:nvPr/>
        </p:nvCxnSpPr>
        <p:spPr>
          <a:xfrm flipH="1">
            <a:off x="0" y="5955324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FA0E0D-123E-2B67-0742-CACE03D5920B}"/>
              </a:ext>
            </a:extLst>
          </p:cNvPr>
          <p:cNvCxnSpPr>
            <a:cxnSpLocks/>
          </p:cNvCxnSpPr>
          <p:nvPr/>
        </p:nvCxnSpPr>
        <p:spPr>
          <a:xfrm flipH="1">
            <a:off x="7403123" y="2356339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6CF4A5-F9F5-F1B3-9C94-C0EFE572B0F1}"/>
              </a:ext>
            </a:extLst>
          </p:cNvPr>
          <p:cNvCxnSpPr>
            <a:cxnSpLocks/>
          </p:cNvCxnSpPr>
          <p:nvPr/>
        </p:nvCxnSpPr>
        <p:spPr>
          <a:xfrm flipH="1">
            <a:off x="7403123" y="2538044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>
            <a:extLst>
              <a:ext uri="{FF2B5EF4-FFF2-40B4-BE49-F238E27FC236}">
                <a16:creationId xmlns:a16="http://schemas.microsoft.com/office/drawing/2014/main" id="{CC23DD87-7DF7-1440-FC26-CB9E46006DE2}"/>
              </a:ext>
            </a:extLst>
          </p:cNvPr>
          <p:cNvSpPr/>
          <p:nvPr/>
        </p:nvSpPr>
        <p:spPr>
          <a:xfrm>
            <a:off x="301869" y="2050923"/>
            <a:ext cx="2092569" cy="2057386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endParaRPr lang="bg-BG" sz="4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E2C31AA9-EF38-7F7C-3A42-CE508B77DD64}"/>
              </a:ext>
            </a:extLst>
          </p:cNvPr>
          <p:cNvSpPr/>
          <p:nvPr/>
        </p:nvSpPr>
        <p:spPr>
          <a:xfrm>
            <a:off x="301869" y="4435488"/>
            <a:ext cx="2092569" cy="2057386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endParaRPr lang="bg-BG" sz="4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0D61E32C-EAA0-3320-32A4-AC8A555A9C4B}"/>
              </a:ext>
            </a:extLst>
          </p:cNvPr>
          <p:cNvSpPr/>
          <p:nvPr/>
        </p:nvSpPr>
        <p:spPr>
          <a:xfrm>
            <a:off x="5628864" y="2069758"/>
            <a:ext cx="2092569" cy="2057386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endParaRPr lang="bg-BG" sz="4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17203F-9B61-E545-393C-CCAA3B7A2853}"/>
              </a:ext>
            </a:extLst>
          </p:cNvPr>
          <p:cNvSpPr txBox="1"/>
          <p:nvPr/>
        </p:nvSpPr>
        <p:spPr>
          <a:xfrm>
            <a:off x="2394438" y="2762710"/>
            <a:ext cx="281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0" i="0" u="none" strike="noStrike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Montserrat" pitchFamily="2" charset="77"/>
              </a:rPr>
              <a:t>Our Team</a:t>
            </a:r>
            <a:endParaRPr lang="bg-BG" sz="4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B87079-9B75-E43A-2A10-17EF7253FAF8}"/>
              </a:ext>
            </a:extLst>
          </p:cNvPr>
          <p:cNvSpPr txBox="1"/>
          <p:nvPr/>
        </p:nvSpPr>
        <p:spPr>
          <a:xfrm>
            <a:off x="2394438" y="5159516"/>
            <a:ext cx="6462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0" i="0" u="none" strike="noStrike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Montserrat" pitchFamily="2" charset="77"/>
              </a:rPr>
              <a:t>Stages of Realization​</a:t>
            </a:r>
            <a:endParaRPr lang="bg-BG" sz="4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181CE5-4FA9-0F0A-3E23-38A0AD8669D9}"/>
              </a:ext>
            </a:extLst>
          </p:cNvPr>
          <p:cNvSpPr txBox="1"/>
          <p:nvPr/>
        </p:nvSpPr>
        <p:spPr>
          <a:xfrm>
            <a:off x="7721433" y="2725673"/>
            <a:ext cx="41686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0" i="0" u="none" strike="noStrike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Montserrat" pitchFamily="2" charset="77"/>
              </a:rPr>
              <a:t>Used Technologies​</a:t>
            </a:r>
            <a:endParaRPr lang="bg-BG" sz="4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60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4922 0.38267" pathEditMode="relative" ptsTypes="AA">
                                      <p:cBhvr>
                                        <p:cTn id="6" dur="3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4922 0.38267 L -0.24922 -0.38267" pathEditMode="relative" ptsTypes="AA">
                                      <p:cBhvr>
                                        <p:cTn id="11" dur="3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24922 -0.38267 L 0 0" pathEditMode="relative" ptsTypes="AA">
                                      <p:cBhvr>
                                        <p:cTn id="14" dur="3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16" dur="30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19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6DDFF-6DA5-418B-FE8C-36A39B3AD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ree Background Images! · Pexels ...">
            <a:extLst>
              <a:ext uri="{FF2B5EF4-FFF2-40B4-BE49-F238E27FC236}">
                <a16:creationId xmlns:a16="http://schemas.microsoft.com/office/drawing/2014/main" id="{0B76677C-C2D3-3E55-3FDC-E79A3C2F5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612913"/>
            <a:ext cx="12192000" cy="808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1F875C-1BF5-60F4-8EB3-B41F92B1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292" y="1934314"/>
            <a:ext cx="9325708" cy="4114794"/>
          </a:xfrm>
        </p:spPr>
        <p:txBody>
          <a:bodyPr>
            <a:noAutofit/>
          </a:bodyPr>
          <a:lstStyle/>
          <a:p>
            <a:r>
              <a:rPr lang="en-GB" sz="8800" i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Montserrat" panose="020F0502020204030204" pitchFamily="34" charset="0"/>
              </a:rPr>
              <a:t> Our Team</a:t>
            </a:r>
            <a:br>
              <a:rPr lang="en-GB" sz="8000" i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Montserrat" panose="020F0502020204030204" pitchFamily="34" charset="0"/>
              </a:rPr>
            </a:br>
            <a:endParaRPr lang="bg-BG" sz="80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41FA17-A695-3011-4436-CE280C833D9C}"/>
              </a:ext>
            </a:extLst>
          </p:cNvPr>
          <p:cNvCxnSpPr>
            <a:cxnSpLocks/>
          </p:cNvCxnSpPr>
          <p:nvPr/>
        </p:nvCxnSpPr>
        <p:spPr>
          <a:xfrm flipH="1">
            <a:off x="0" y="5955324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6802071-A525-F860-5ACC-2893201FF60A}"/>
              </a:ext>
            </a:extLst>
          </p:cNvPr>
          <p:cNvCxnSpPr>
            <a:cxnSpLocks/>
          </p:cNvCxnSpPr>
          <p:nvPr/>
        </p:nvCxnSpPr>
        <p:spPr>
          <a:xfrm flipH="1">
            <a:off x="0" y="6131170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CE1B3AF-F0F1-9591-109B-4491F5AB0C50}"/>
              </a:ext>
            </a:extLst>
          </p:cNvPr>
          <p:cNvCxnSpPr>
            <a:cxnSpLocks/>
          </p:cNvCxnSpPr>
          <p:nvPr/>
        </p:nvCxnSpPr>
        <p:spPr>
          <a:xfrm flipH="1">
            <a:off x="7403123" y="1019908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F8EDE5-832C-9C27-37C1-B5FE5CF31EE1}"/>
              </a:ext>
            </a:extLst>
          </p:cNvPr>
          <p:cNvCxnSpPr>
            <a:cxnSpLocks/>
          </p:cNvCxnSpPr>
          <p:nvPr/>
        </p:nvCxnSpPr>
        <p:spPr>
          <a:xfrm flipH="1">
            <a:off x="7403123" y="1184028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409ED3AA-6A2D-9643-EB8D-D53E90F8D9E6}"/>
              </a:ext>
            </a:extLst>
          </p:cNvPr>
          <p:cNvSpPr/>
          <p:nvPr/>
        </p:nvSpPr>
        <p:spPr>
          <a:xfrm>
            <a:off x="158262" y="1964091"/>
            <a:ext cx="2848707" cy="282733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endParaRPr lang="bg-BG" sz="6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345F1DF-AF67-116F-C229-705C0BCF68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1711" b="40840"/>
          <a:stretch/>
        </p:blipFill>
        <p:spPr bwMode="auto">
          <a:xfrm>
            <a:off x="8733250" y="4468207"/>
            <a:ext cx="4773541" cy="273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797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4922 0.38267" pathEditMode="relative" ptsTypes="AA">
                                      <p:cBhvr>
                                        <p:cTn id="6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4922 0.38267 L -0.24922 -0.38267" pathEditMode="relative" ptsTypes="AA">
                                      <p:cBhvr>
                                        <p:cTn id="11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24922 -0.38267 L 0 0" pathEditMode="relative" ptsTypes="AA">
                                      <p:cBhvr>
                                        <p:cTn id="14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16" dur="3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19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ree Background Images! · Pexels ...">
            <a:extLst>
              <a:ext uri="{FF2B5EF4-FFF2-40B4-BE49-F238E27FC236}">
                <a16:creationId xmlns:a16="http://schemas.microsoft.com/office/drawing/2014/main" id="{0B732286-7E85-347E-529D-D65AFFE92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612913"/>
            <a:ext cx="12192000" cy="808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F49D06-FA4A-41AA-2C49-E4C82D68C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b="0" i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+mn-lt"/>
                <a:cs typeface="Angsana New" panose="02020603050405020304" pitchFamily="18" charset="-34"/>
              </a:rPr>
              <a:t>01. Our team</a:t>
            </a:r>
            <a:endParaRPr lang="bg-BG" sz="6000" dirty="0">
              <a:solidFill>
                <a:schemeClr val="tx2">
                  <a:lumMod val="90000"/>
                  <a:lumOff val="10000"/>
                </a:schemeClr>
              </a:solidFill>
              <a:latin typeface="+mn-lt"/>
              <a:cs typeface="Angsana New" panose="02020603050405020304" pitchFamily="18" charset="-34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3B9FD7B-9E7C-0BC3-0D21-7086E5E993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83" y="1764568"/>
            <a:ext cx="2123050" cy="213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01E63283-FD72-EF6B-57DA-AB2416D28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54" y="4393590"/>
            <a:ext cx="2184379" cy="2204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69402F4D-2759-53A9-0542-0FBCCFEDB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126" y="1672509"/>
            <a:ext cx="1856080" cy="247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867117C-B6BD-97DD-6040-BDC464CC26E2}"/>
              </a:ext>
            </a:extLst>
          </p:cNvPr>
          <p:cNvSpPr/>
          <p:nvPr/>
        </p:nvSpPr>
        <p:spPr>
          <a:xfrm>
            <a:off x="2949121" y="2480528"/>
            <a:ext cx="2719754" cy="5616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Developer Backend</a:t>
            </a:r>
            <a:endParaRPr lang="bg-BG" sz="20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77F285-BAFA-9496-D1A6-DE7C51231023}"/>
              </a:ext>
            </a:extLst>
          </p:cNvPr>
          <p:cNvSpPr/>
          <p:nvPr/>
        </p:nvSpPr>
        <p:spPr>
          <a:xfrm>
            <a:off x="2949121" y="5215181"/>
            <a:ext cx="2719754" cy="5616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Scrum Trainer</a:t>
            </a:r>
            <a:endParaRPr lang="bg-BG" sz="20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728E40-BD4F-EB90-E989-581EDD6C763A}"/>
              </a:ext>
            </a:extLst>
          </p:cNvPr>
          <p:cNvSpPr/>
          <p:nvPr/>
        </p:nvSpPr>
        <p:spPr>
          <a:xfrm>
            <a:off x="8634046" y="2480528"/>
            <a:ext cx="2719754" cy="5616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Developer Backend</a:t>
            </a:r>
            <a:endParaRPr lang="bg-BG" sz="20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B99663C-0375-8B89-CB62-DF2E605AB9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1711" b="40840"/>
          <a:stretch/>
        </p:blipFill>
        <p:spPr bwMode="auto">
          <a:xfrm>
            <a:off x="8948362" y="-389166"/>
            <a:ext cx="4311835" cy="247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71477165-2CAC-AE90-85E7-8CE7EDDD9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1607" y="4362477"/>
            <a:ext cx="2184379" cy="2184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1761F40-0853-335C-DE36-52D7DD426AE2}"/>
              </a:ext>
            </a:extLst>
          </p:cNvPr>
          <p:cNvSpPr/>
          <p:nvPr/>
        </p:nvSpPr>
        <p:spPr>
          <a:xfrm>
            <a:off x="8917570" y="5243825"/>
            <a:ext cx="2719754" cy="5616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Developer Frontend</a:t>
            </a:r>
            <a:endParaRPr lang="bg-BG" sz="20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4922 0.38267" pathEditMode="relative" ptsTypes="AA">
                                      <p:cBhvr>
                                        <p:cTn id="6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4922 0.38267 L -0.24922 -0.38267" pathEditMode="relative" ptsTypes="AA">
                                      <p:cBhvr>
                                        <p:cTn id="11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24922 -0.38267 L 0 0" pathEditMode="relative" ptsTypes="AA">
                                      <p:cBhvr>
                                        <p:cTn id="14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16" dur="3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19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ree Background Images! · Pexels ...">
            <a:extLst>
              <a:ext uri="{FF2B5EF4-FFF2-40B4-BE49-F238E27FC236}">
                <a16:creationId xmlns:a16="http://schemas.microsoft.com/office/drawing/2014/main" id="{2D363E7C-71D8-415E-4AA7-2D9C92075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612913"/>
            <a:ext cx="12192000" cy="808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5C016C-C713-B53C-5A18-A66AE901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1123" y="879231"/>
            <a:ext cx="9360877" cy="5169877"/>
          </a:xfrm>
        </p:spPr>
        <p:txBody>
          <a:bodyPr>
            <a:noAutofit/>
          </a:bodyPr>
          <a:lstStyle/>
          <a:p>
            <a:r>
              <a:rPr lang="en-GB" sz="8000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Montserrat Ultra-Bold"/>
              </a:rPr>
              <a:t> Stages of Realisation​</a:t>
            </a:r>
            <a:endParaRPr lang="bg-BG" sz="8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C4B12BBE-BA6E-F8C3-0224-E4310DE811FC}"/>
              </a:ext>
            </a:extLst>
          </p:cNvPr>
          <p:cNvSpPr/>
          <p:nvPr/>
        </p:nvSpPr>
        <p:spPr>
          <a:xfrm>
            <a:off x="193432" y="2031023"/>
            <a:ext cx="2831122" cy="279595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endParaRPr lang="bg-BG" sz="4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48A1602-E2B9-6C56-3568-8CB8AAD71A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1711" b="40840"/>
          <a:stretch/>
        </p:blipFill>
        <p:spPr bwMode="auto">
          <a:xfrm>
            <a:off x="8522259" y="3800910"/>
            <a:ext cx="4773541" cy="273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6FDA69-59E3-6EBE-C6D1-7F1C117696A7}"/>
              </a:ext>
            </a:extLst>
          </p:cNvPr>
          <p:cNvCxnSpPr>
            <a:cxnSpLocks/>
          </p:cNvCxnSpPr>
          <p:nvPr/>
        </p:nvCxnSpPr>
        <p:spPr>
          <a:xfrm flipH="1">
            <a:off x="0" y="6131170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15835A-28BF-C928-6639-4DE186984600}"/>
              </a:ext>
            </a:extLst>
          </p:cNvPr>
          <p:cNvCxnSpPr>
            <a:cxnSpLocks/>
          </p:cNvCxnSpPr>
          <p:nvPr/>
        </p:nvCxnSpPr>
        <p:spPr>
          <a:xfrm flipH="1">
            <a:off x="0" y="5955324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01CEC-0C74-0489-3A37-00FED8CD5863}"/>
              </a:ext>
            </a:extLst>
          </p:cNvPr>
          <p:cNvCxnSpPr>
            <a:cxnSpLocks/>
          </p:cNvCxnSpPr>
          <p:nvPr/>
        </p:nvCxnSpPr>
        <p:spPr>
          <a:xfrm flipH="1">
            <a:off x="7403123" y="1019908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177F23-BA5A-76B3-F779-AB7515FDDAFA}"/>
              </a:ext>
            </a:extLst>
          </p:cNvPr>
          <p:cNvCxnSpPr>
            <a:cxnSpLocks/>
          </p:cNvCxnSpPr>
          <p:nvPr/>
        </p:nvCxnSpPr>
        <p:spPr>
          <a:xfrm flipH="1">
            <a:off x="7403123" y="1184028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858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4922 0.38267" pathEditMode="relative" ptsTypes="AA">
                                      <p:cBhvr>
                                        <p:cTn id="6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4922 0.38267 L -0.24922 -0.38267" pathEditMode="relative" ptsTypes="AA">
                                      <p:cBhvr>
                                        <p:cTn id="11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24922 -0.38267 L 0 0" pathEditMode="relative" ptsTypes="AA">
                                      <p:cBhvr>
                                        <p:cTn id="14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16" dur="3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19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ree Background Images! · Pexels ...">
            <a:extLst>
              <a:ext uri="{FF2B5EF4-FFF2-40B4-BE49-F238E27FC236}">
                <a16:creationId xmlns:a16="http://schemas.microsoft.com/office/drawing/2014/main" id="{1B8EA92B-AAE1-9409-429B-186B7DB20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23092" y="-735336"/>
            <a:ext cx="12315092" cy="8165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8AFAE9-E722-D9F3-881A-888D687D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Montserrat Ultra-Bold"/>
              </a:rPr>
              <a:t>02. Stages of Realisation​</a:t>
            </a:r>
            <a:endParaRPr lang="bg-BG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81C04-DC2E-F400-A8C1-8B054CFB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355" y="1825624"/>
            <a:ext cx="6529753" cy="4667251"/>
          </a:xfrm>
        </p:spPr>
        <p:txBody>
          <a:bodyPr>
            <a:noAutofit/>
          </a:bodyPr>
          <a:lstStyle/>
          <a:p>
            <a:r>
              <a:rPr lang="en-GB" b="0" i="0" u="none" strike="noStrike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-webkit-standard"/>
              </a:rPr>
              <a:t>Our project is an e-school platform developed in C++ that allows users to log in with different roles, such as students and teachers, each with their own functions and permissions. We worked as a team, writing well-organized code and regularly uploading our progress to GitHub. We also created documentation explaining the system’s main features. Each team member had a specific role, which helped us stay organized and successfully complete the project.</a:t>
            </a:r>
            <a:endParaRPr lang="bg-BG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146" name="Picture 2" descr="Computer cartoon Images - Free Download ...">
            <a:extLst>
              <a:ext uri="{FF2B5EF4-FFF2-40B4-BE49-F238E27FC236}">
                <a16:creationId xmlns:a16="http://schemas.microsoft.com/office/drawing/2014/main" id="{6D8EA462-6503-5884-051B-A1304E04D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2557" y="2590247"/>
            <a:ext cx="4371243" cy="437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010E7AE-B71E-B588-BB76-D5E47E3E51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1711" b="40840"/>
          <a:stretch/>
        </p:blipFill>
        <p:spPr bwMode="auto">
          <a:xfrm>
            <a:off x="8379751" y="-914146"/>
            <a:ext cx="4773541" cy="273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088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4922 0.38267" pathEditMode="relative" ptsTypes="AA">
                                      <p:cBhvr>
                                        <p:cTn id="6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4922 0.38267 L -0.24922 -0.38267" pathEditMode="relative" ptsTypes="AA">
                                      <p:cBhvr>
                                        <p:cTn id="11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24922 -0.38267 L 0 0" pathEditMode="relative" ptsTypes="AA">
                                      <p:cBhvr>
                                        <p:cTn id="14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16" dur="3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19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ree Background Images! · Pexels ...">
            <a:extLst>
              <a:ext uri="{FF2B5EF4-FFF2-40B4-BE49-F238E27FC236}">
                <a16:creationId xmlns:a16="http://schemas.microsoft.com/office/drawing/2014/main" id="{79DE7781-BBBA-4D72-19F4-4F38986EC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612913"/>
            <a:ext cx="12192000" cy="808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1585A4-38E9-7A03-69FC-2AFE7AD5A12A}"/>
              </a:ext>
            </a:extLst>
          </p:cNvPr>
          <p:cNvSpPr txBox="1"/>
          <p:nvPr/>
        </p:nvSpPr>
        <p:spPr>
          <a:xfrm>
            <a:off x="3165231" y="2777593"/>
            <a:ext cx="87923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0" b="0" i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Montserrat Ultra-Bold"/>
              </a:rPr>
              <a:t>Used technologies​</a:t>
            </a:r>
            <a:endParaRPr lang="bg-BG" sz="80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B04F615C-6879-E128-D748-09C45AF3A782}"/>
              </a:ext>
            </a:extLst>
          </p:cNvPr>
          <p:cNvSpPr/>
          <p:nvPr/>
        </p:nvSpPr>
        <p:spPr>
          <a:xfrm>
            <a:off x="158262" y="1964091"/>
            <a:ext cx="2848707" cy="282733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endParaRPr lang="bg-BG" sz="6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9B0035-9E06-5B1B-AE40-09EE22462558}"/>
              </a:ext>
            </a:extLst>
          </p:cNvPr>
          <p:cNvCxnSpPr>
            <a:cxnSpLocks/>
          </p:cNvCxnSpPr>
          <p:nvPr/>
        </p:nvCxnSpPr>
        <p:spPr>
          <a:xfrm flipH="1">
            <a:off x="7403123" y="1184028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BAC2D5-A7BC-80FA-1D2C-A60064FBBF32}"/>
              </a:ext>
            </a:extLst>
          </p:cNvPr>
          <p:cNvCxnSpPr>
            <a:cxnSpLocks/>
          </p:cNvCxnSpPr>
          <p:nvPr/>
        </p:nvCxnSpPr>
        <p:spPr>
          <a:xfrm flipH="1">
            <a:off x="7403123" y="1019908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49FD5C5-A9F8-891C-A35E-92833A0683FF}"/>
              </a:ext>
            </a:extLst>
          </p:cNvPr>
          <p:cNvCxnSpPr>
            <a:cxnSpLocks/>
          </p:cNvCxnSpPr>
          <p:nvPr/>
        </p:nvCxnSpPr>
        <p:spPr>
          <a:xfrm flipH="1">
            <a:off x="0" y="5955324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427BBA-A61B-3E47-F908-FA9299741A1D}"/>
              </a:ext>
            </a:extLst>
          </p:cNvPr>
          <p:cNvCxnSpPr>
            <a:cxnSpLocks/>
          </p:cNvCxnSpPr>
          <p:nvPr/>
        </p:nvCxnSpPr>
        <p:spPr>
          <a:xfrm flipH="1">
            <a:off x="0" y="6131170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8F461155-B825-342C-3480-5B1AE082C7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1711" b="40840"/>
          <a:stretch/>
        </p:blipFill>
        <p:spPr bwMode="auto">
          <a:xfrm>
            <a:off x="8431427" y="3895503"/>
            <a:ext cx="4773541" cy="273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7099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4922 0.38267" pathEditMode="relative" ptsTypes="AA">
                                      <p:cBhvr>
                                        <p:cTn id="6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4922 0.38267 L -0.24922 -0.38267" pathEditMode="relative" ptsTypes="AA">
                                      <p:cBhvr>
                                        <p:cTn id="11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24922 -0.38267 L 0 0" pathEditMode="relative" ptsTypes="AA">
                                      <p:cBhvr>
                                        <p:cTn id="14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16" dur="3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19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57C1B-E881-1C83-6E24-BB0C51368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ree Background Images! · Pexels ...">
            <a:extLst>
              <a:ext uri="{FF2B5EF4-FFF2-40B4-BE49-F238E27FC236}">
                <a16:creationId xmlns:a16="http://schemas.microsoft.com/office/drawing/2014/main" id="{209A893C-5C17-D6E2-78D0-DD4F3ED66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09146"/>
            <a:ext cx="12192000" cy="808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98F1F6-85F0-217F-FD0E-3F9B39B103BC}"/>
              </a:ext>
            </a:extLst>
          </p:cNvPr>
          <p:cNvCxnSpPr>
            <a:cxnSpLocks/>
          </p:cNvCxnSpPr>
          <p:nvPr/>
        </p:nvCxnSpPr>
        <p:spPr>
          <a:xfrm flipH="1">
            <a:off x="7403123" y="1184028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4883CCE-40DE-237C-06A8-FAC3EFC2519D}"/>
              </a:ext>
            </a:extLst>
          </p:cNvPr>
          <p:cNvCxnSpPr>
            <a:cxnSpLocks/>
          </p:cNvCxnSpPr>
          <p:nvPr/>
        </p:nvCxnSpPr>
        <p:spPr>
          <a:xfrm flipH="1">
            <a:off x="7403123" y="1019908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3B95A4-91C7-3707-77EF-37E506631CA0}"/>
              </a:ext>
            </a:extLst>
          </p:cNvPr>
          <p:cNvCxnSpPr>
            <a:cxnSpLocks/>
          </p:cNvCxnSpPr>
          <p:nvPr/>
        </p:nvCxnSpPr>
        <p:spPr>
          <a:xfrm flipH="1">
            <a:off x="0" y="5955324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9B04994-F718-B91B-229E-8849EC67FE44}"/>
              </a:ext>
            </a:extLst>
          </p:cNvPr>
          <p:cNvCxnSpPr>
            <a:cxnSpLocks/>
          </p:cNvCxnSpPr>
          <p:nvPr/>
        </p:nvCxnSpPr>
        <p:spPr>
          <a:xfrm flipH="1">
            <a:off x="0" y="6131170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29DB6FC7-9B97-2706-534E-C6EB18E80A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1711" b="40840"/>
          <a:stretch/>
        </p:blipFill>
        <p:spPr bwMode="auto">
          <a:xfrm>
            <a:off x="8385702" y="3931682"/>
            <a:ext cx="4773541" cy="273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19B882D3-DE4A-2C0C-0A13-12EA97FD76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1840523"/>
            <a:ext cx="1740877" cy="1740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pic>
        <p:nvPicPr>
          <p:cNvPr id="11276" name="Picture 12" descr="C++ Logo – History, Meaning &amp; Brand ...">
            <a:extLst>
              <a:ext uri="{FF2B5EF4-FFF2-40B4-BE49-F238E27FC236}">
                <a16:creationId xmlns:a16="http://schemas.microsoft.com/office/drawing/2014/main" id="{1D76149A-968F-D9D8-B019-76B106281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3985" y1="38947" x2="43985" y2="38947"/>
                        <a14:foregroundMark x1="43985" y1="38947" x2="45113" y2="60000"/>
                        <a14:foregroundMark x1="45113" y1="60000" x2="57895" y2="60000"/>
                        <a14:foregroundMark x1="40226" y1="58947" x2="43233" y2="42105"/>
                        <a14:foregroundMark x1="46241" y1="38947" x2="56015" y2="40000"/>
                        <a14:foregroundMark x1="61278" y1="50526" x2="61278" y2="48421"/>
                        <a14:foregroundMark x1="67293" y1="52632" x2="67293" y2="505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3025" y="512234"/>
            <a:ext cx="3378200" cy="241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80" name="Picture 16" descr="Microsoft Teams - Wikipedia">
            <a:extLst>
              <a:ext uri="{FF2B5EF4-FFF2-40B4-BE49-F238E27FC236}">
                <a16:creationId xmlns:a16="http://schemas.microsoft.com/office/drawing/2014/main" id="{1C1DBEBD-388E-BB26-8B92-0F676149A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732" b="96537" l="459" r="99083">
                        <a14:foregroundMark x1="39450" y1="21645" x2="39450" y2="21645"/>
                        <a14:foregroundMark x1="36697" y1="21645" x2="35321" y2="10390"/>
                        <a14:foregroundMark x1="44954" y1="9957" x2="24771" y2="11255"/>
                        <a14:foregroundMark x1="24771" y1="11255" x2="40367" y2="21645"/>
                        <a14:foregroundMark x1="40367" y1="21645" x2="56422" y2="12554"/>
                        <a14:foregroundMark x1="56422" y1="12554" x2="53211" y2="10390"/>
                        <a14:foregroundMark x1="46789" y1="6926" x2="33028" y2="5195"/>
                        <a14:foregroundMark x1="79817" y1="26407" x2="84404" y2="32035"/>
                        <a14:foregroundMark x1="77523" y1="51948" x2="76147" y2="68831"/>
                        <a14:foregroundMark x1="77523" y1="74459" x2="77523" y2="97835"/>
                        <a14:foregroundMark x1="77523" y1="97835" x2="88532" y2="58874"/>
                        <a14:foregroundMark x1="88532" y1="58874" x2="85321" y2="96537"/>
                        <a14:foregroundMark x1="85321" y1="96537" x2="92661" y2="76623"/>
                        <a14:foregroundMark x1="92661" y1="76623" x2="79817" y2="61039"/>
                        <a14:foregroundMark x1="79817" y1="61039" x2="75229" y2="64069"/>
                        <a14:foregroundMark x1="87156" y1="50216" x2="90367" y2="72727"/>
                        <a14:foregroundMark x1="90367" y1="72727" x2="85780" y2="92208"/>
                        <a14:foregroundMark x1="85780" y1="92208" x2="84404" y2="90043"/>
                        <a14:foregroundMark x1="93578" y1="58009" x2="94954" y2="74892"/>
                        <a14:foregroundMark x1="94954" y1="74892" x2="99083" y2="84848"/>
                        <a14:foregroundMark x1="11009" y1="74459" x2="27982" y2="58442"/>
                        <a14:foregroundMark x1="27982" y1="58442" x2="40367" y2="64069"/>
                        <a14:foregroundMark x1="10092" y1="58874" x2="10092" y2="75325"/>
                        <a14:foregroundMark x1="10092" y1="75325" x2="9633" y2="76190"/>
                        <a14:foregroundMark x1="10092" y1="62338" x2="37615" y2="63636"/>
                        <a14:foregroundMark x1="18807" y1="61472" x2="22018" y2="77922"/>
                        <a14:foregroundMark x1="22018" y1="77922" x2="19266" y2="78788"/>
                        <a14:foregroundMark x1="2294" y1="57143" x2="1835" y2="74892"/>
                        <a14:foregroundMark x1="1835" y1="74892" x2="917" y2="75758"/>
                        <a14:foregroundMark x1="28440" y1="94805" x2="49083" y2="95238"/>
                        <a14:foregroundMark x1="49083" y1="95238" x2="81651" y2="90909"/>
                        <a14:foregroundMark x1="81651" y1="90909" x2="87156" y2="88312"/>
                        <a14:foregroundMark x1="62844" y1="96104" x2="79358" y2="96537"/>
                        <a14:foregroundMark x1="82569" y1="32900" x2="83028" y2="34199"/>
                        <a14:foregroundMark x1="78899" y1="29437" x2="81193" y2="20779"/>
                        <a14:foregroundMark x1="34862" y1="1732" x2="41284" y2="25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728" y="848295"/>
            <a:ext cx="1642906" cy="1740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82" name="Picture 18" descr="Visual Studio logo and symbol, meaning, history, PNG">
            <a:extLst>
              <a:ext uri="{FF2B5EF4-FFF2-40B4-BE49-F238E27FC236}">
                <a16:creationId xmlns:a16="http://schemas.microsoft.com/office/drawing/2014/main" id="{566DE995-FA22-2124-BB9F-D09E4E288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757" b="92568" l="9639" r="89960">
                        <a14:foregroundMark x1="61847" y1="10135" x2="64659" y2="6757"/>
                        <a14:foregroundMark x1="60643" y1="92568" x2="66667" y2="918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751" y="1088048"/>
            <a:ext cx="2626571" cy="156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86" name="Picture 22" descr="Git Icon Logo Vector SVG Icon - SVG Repo">
            <a:extLst>
              <a:ext uri="{FF2B5EF4-FFF2-40B4-BE49-F238E27FC236}">
                <a16:creationId xmlns:a16="http://schemas.microsoft.com/office/drawing/2014/main" id="{6E0A4BF8-74AD-2DD3-0E8A-EA154A862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667" b="99556" l="889" r="96000">
                        <a14:foregroundMark x1="47111" y1="6667" x2="52444" y2="8444"/>
                        <a14:foregroundMark x1="48000" y1="2667" x2="51556" y2="2667"/>
                        <a14:foregroundMark x1="91556" y1="44889" x2="92444" y2="46667"/>
                        <a14:foregroundMark x1="94667" y1="51111" x2="96000" y2="48000"/>
                        <a14:foregroundMark x1="39111" y1="90667" x2="57333" y2="88444"/>
                        <a14:foregroundMark x1="57333" y1="88444" x2="59111" y2="87111"/>
                        <a14:foregroundMark x1="43111" y1="95111" x2="56889" y2="92889"/>
                        <a14:foregroundMark x1="7111" y1="60444" x2="6667" y2="42667"/>
                        <a14:foregroundMark x1="6667" y1="42667" x2="9333" y2="39556"/>
                        <a14:foregroundMark x1="1333" y1="51556" x2="1778" y2="50222"/>
                        <a14:foregroundMark x1="49778" y1="98667" x2="51111" y2="99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6007" y="1019908"/>
            <a:ext cx="1698738" cy="169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88" name="Picture 24" descr="Word PNG Transparent Images Free ...">
            <a:extLst>
              <a:ext uri="{FF2B5EF4-FFF2-40B4-BE49-F238E27FC236}">
                <a16:creationId xmlns:a16="http://schemas.microsoft.com/office/drawing/2014/main" id="{31ED42B9-29C5-B4CF-FD5B-9B5F25B44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93" y="2875900"/>
            <a:ext cx="2111565" cy="211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94" name="Picture 30" descr="Power Point PNG Transparent Images Free Download | Vector Files | Pngtree">
            <a:extLst>
              <a:ext uri="{FF2B5EF4-FFF2-40B4-BE49-F238E27FC236}">
                <a16:creationId xmlns:a16="http://schemas.microsoft.com/office/drawing/2014/main" id="{FE5808E1-8561-A1A3-AB47-FA3737B3E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>
                        <a14:foregroundMark x1="63556" y1="34667" x2="68000" y2="38667"/>
                        <a14:foregroundMark x1="34667" y1="43556" x2="34667" y2="45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307" y="2828442"/>
            <a:ext cx="2261275" cy="226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96" name="Picture 32" descr="Github Logo Png, Transparent Png - vhv">
            <a:extLst>
              <a:ext uri="{FF2B5EF4-FFF2-40B4-BE49-F238E27FC236}">
                <a16:creationId xmlns:a16="http://schemas.microsoft.com/office/drawing/2014/main" id="{DE9125FB-AFE0-FCD6-73B4-0BE5F7423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976" y="2906525"/>
            <a:ext cx="3180822" cy="195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98" name="Picture 34" descr="Official Adobe Photoshop | Free Trial and Online Photo ...">
            <a:extLst>
              <a:ext uri="{FF2B5EF4-FFF2-40B4-BE49-F238E27FC236}">
                <a16:creationId xmlns:a16="http://schemas.microsoft.com/office/drawing/2014/main" id="{989B979D-8DBE-F735-0DAF-8081EC658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676" b="97297" l="676" r="98649">
                        <a14:foregroundMark x1="72297" y1="58108" x2="72297" y2="58108"/>
                        <a14:foregroundMark x1="54730" y1="34459" x2="54730" y2="34459"/>
                        <a14:foregroundMark x1="63514" y1="25676" x2="90541" y2="40541"/>
                        <a14:foregroundMark x1="90541" y1="40541" x2="59459" y2="29730"/>
                        <a14:foregroundMark x1="50000" y1="20946" x2="22973" y2="27027"/>
                        <a14:foregroundMark x1="22973" y1="27027" x2="10135" y2="50676"/>
                        <a14:foregroundMark x1="10135" y1="50676" x2="17568" y2="75676"/>
                        <a14:foregroundMark x1="17568" y1="75676" x2="46622" y2="83784"/>
                        <a14:foregroundMark x1="46622" y1="83784" x2="72973" y2="82432"/>
                        <a14:foregroundMark x1="72973" y1="82432" x2="93919" y2="52703"/>
                        <a14:foregroundMark x1="93919" y1="52703" x2="84459" y2="24324"/>
                        <a14:foregroundMark x1="84459" y1="24324" x2="57432" y2="12162"/>
                        <a14:foregroundMark x1="57432" y1="12162" x2="29730" y2="12838"/>
                        <a14:foregroundMark x1="26351" y1="12162" x2="3378" y2="33108"/>
                        <a14:foregroundMark x1="3378" y1="33108" x2="1351" y2="70946"/>
                        <a14:foregroundMark x1="1351" y1="70946" x2="21622" y2="98649"/>
                        <a14:foregroundMark x1="21622" y1="98649" x2="57432" y2="98649"/>
                        <a14:foregroundMark x1="57432" y1="98649" x2="87162" y2="83784"/>
                        <a14:foregroundMark x1="87162" y1="83784" x2="97297" y2="56081"/>
                        <a14:foregroundMark x1="97297" y1="56081" x2="85811" y2="19595"/>
                        <a14:foregroundMark x1="85811" y1="19595" x2="56757" y2="1351"/>
                        <a14:foregroundMark x1="56757" y1="1351" x2="42568" y2="1351"/>
                        <a14:foregroundMark x1="3378" y1="12162" x2="2027" y2="18919"/>
                        <a14:foregroundMark x1="78378" y1="4054" x2="99324" y2="12838"/>
                        <a14:foregroundMark x1="21622" y1="96622" x2="49324" y2="97297"/>
                        <a14:foregroundMark x1="49324" y1="97297" x2="72297" y2="95270"/>
                        <a14:foregroundMark x1="35135" y1="44595" x2="34459" y2="43243"/>
                        <a14:backgroundMark x1="0" y1="10811" x2="8108" y2="2703"/>
                        <a14:backgroundMark x1="3378" y1="2703" x2="0" y2="7432"/>
                        <a14:backgroundMark x1="2027" y1="4054" x2="4730" y2="0"/>
                        <a14:backgroundMark x1="5405" y1="2027" x2="2027" y2="74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9823" y="3035870"/>
            <a:ext cx="1698738" cy="169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541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4922 0.38267" pathEditMode="relative" ptsTypes="AA">
                                      <p:cBhvr>
                                        <p:cTn id="6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4922 0.38267 L -0.24922 -0.38267" pathEditMode="relative" ptsTypes="AA">
                                      <p:cBhvr>
                                        <p:cTn id="11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24922 -0.38267 L 0 0" pathEditMode="relative" ptsTypes="AA">
                                      <p:cBhvr>
                                        <p:cTn id="14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16" dur="3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19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ree Background Images! · Pexels ...">
            <a:extLst>
              <a:ext uri="{FF2B5EF4-FFF2-40B4-BE49-F238E27FC236}">
                <a16:creationId xmlns:a16="http://schemas.microsoft.com/office/drawing/2014/main" id="{DC14598F-43D7-513D-5DEC-D2BD7DB64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612913"/>
            <a:ext cx="12192000" cy="808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017EE-1816-1814-6D78-B0E280D2E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6041"/>
            <a:ext cx="10769082" cy="24632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Let’s move to the DEMONSTARTION</a:t>
            </a:r>
            <a:endParaRPr lang="bg-BG" sz="66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31E007-F4E1-2237-F749-690CC2E4D8AA}"/>
              </a:ext>
            </a:extLst>
          </p:cNvPr>
          <p:cNvCxnSpPr>
            <a:cxnSpLocks/>
          </p:cNvCxnSpPr>
          <p:nvPr/>
        </p:nvCxnSpPr>
        <p:spPr>
          <a:xfrm flipH="1">
            <a:off x="0" y="5955324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088F28E-9F4D-902C-8647-0EF7E8724CAE}"/>
              </a:ext>
            </a:extLst>
          </p:cNvPr>
          <p:cNvCxnSpPr>
            <a:cxnSpLocks/>
          </p:cNvCxnSpPr>
          <p:nvPr/>
        </p:nvCxnSpPr>
        <p:spPr>
          <a:xfrm flipH="1">
            <a:off x="0" y="6131170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493DD8-2423-C04E-6CC4-320717AF6211}"/>
              </a:ext>
            </a:extLst>
          </p:cNvPr>
          <p:cNvCxnSpPr>
            <a:cxnSpLocks/>
          </p:cNvCxnSpPr>
          <p:nvPr/>
        </p:nvCxnSpPr>
        <p:spPr>
          <a:xfrm flipH="1">
            <a:off x="7403123" y="1019908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3FC990-D102-DA12-5140-33AF32B68AAC}"/>
              </a:ext>
            </a:extLst>
          </p:cNvPr>
          <p:cNvCxnSpPr>
            <a:cxnSpLocks/>
          </p:cNvCxnSpPr>
          <p:nvPr/>
        </p:nvCxnSpPr>
        <p:spPr>
          <a:xfrm flipH="1">
            <a:off x="7403123" y="1184028"/>
            <a:ext cx="47888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2">
            <a:extLst>
              <a:ext uri="{FF2B5EF4-FFF2-40B4-BE49-F238E27FC236}">
                <a16:creationId xmlns:a16="http://schemas.microsoft.com/office/drawing/2014/main" id="{DDB39C29-F43B-9620-ABD7-FB9645D487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1711" b="40840"/>
          <a:stretch/>
        </p:blipFill>
        <p:spPr bwMode="auto">
          <a:xfrm>
            <a:off x="8450089" y="3912439"/>
            <a:ext cx="4773541" cy="273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008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4922 0.38267" pathEditMode="relative" ptsTypes="AA">
                                      <p:cBhvr>
                                        <p:cTn id="6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4922 0.38267 L -0.24922 -0.38267" pathEditMode="relative" ptsTypes="AA">
                                      <p:cBhvr>
                                        <p:cTn id="11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24922 -0.38267 L 0 0" pathEditMode="relative" ptsTypes="AA">
                                      <p:cBhvr>
                                        <p:cTn id="14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16" dur="3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19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3049</TotalTime>
  <Words>130</Words>
  <Application>Microsoft Macintosh PowerPoint</Application>
  <PresentationFormat>Widescreen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-webkit-standard</vt:lpstr>
      <vt:lpstr>Angsana New</vt:lpstr>
      <vt:lpstr>Aptos</vt:lpstr>
      <vt:lpstr>Aptos Display</vt:lpstr>
      <vt:lpstr>Arial</vt:lpstr>
      <vt:lpstr>Montserrat</vt:lpstr>
      <vt:lpstr>Montserrat Ultra-Bold</vt:lpstr>
      <vt:lpstr>Office Theme</vt:lpstr>
      <vt:lpstr>FutureMinds</vt:lpstr>
      <vt:lpstr>Table of contents:</vt:lpstr>
      <vt:lpstr> Our Team </vt:lpstr>
      <vt:lpstr>01. Our team</vt:lpstr>
      <vt:lpstr> Stages of Realisation​</vt:lpstr>
      <vt:lpstr>02. Stages of Realisation​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Кристияна Стоянова Иванова</dc:creator>
  <cp:lastModifiedBy>Кристияна Стоянова Иванова</cp:lastModifiedBy>
  <cp:revision>1</cp:revision>
  <dcterms:created xsi:type="dcterms:W3CDTF">2026-03-20T17:32:48Z</dcterms:created>
  <dcterms:modified xsi:type="dcterms:W3CDTF">2026-03-22T20:22:14Z</dcterms:modified>
</cp:coreProperties>
</file>